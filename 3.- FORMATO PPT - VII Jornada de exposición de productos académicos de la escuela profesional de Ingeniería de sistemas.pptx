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797675" cy="9926638"/>
  <p:embeddedFontLst>
    <p:embeddedFont>
      <p:font typeface="Arial Black" panose="020B0A04020102020204" pitchFamily="34" charset="0"/>
      <p:regular r:id="rId9"/>
      <p:bold r:id="rId10"/>
    </p:embeddedFont>
    <p:embeddedFont>
      <p:font typeface="Trebuchet MS" panose="020B0603020202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kktjOy+o6RHwlapDb8nQ1I5Zu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0"/>
    <p:restoredTop sz="94632"/>
  </p:normalViewPr>
  <p:slideViewPr>
    <p:cSldViewPr snapToGrid="0">
      <p:cViewPr>
        <p:scale>
          <a:sx n="100" d="100"/>
          <a:sy n="100" d="100"/>
        </p:scale>
        <p:origin x="-8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66cf398b2f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166cf398b2f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166cf398b2f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66cf398b2f_0_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166cf398b2f_0_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66cf398b2f_0_2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2" name="Google Shape;22;g166cf398b2f_0_2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g166cf398b2f_0_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66cf398b2f_0_2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26" name="Google Shape;26;g166cf398b2f_0_2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66cf398b2f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166cf398b2f_0_3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0" name="Google Shape;30;g166cf398b2f_0_3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g166cf398b2f_0_3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g166cf398b2f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66cf398b2f_0_3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35" name="Google Shape;35;g166cf398b2f_0_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66cf398b2f_0_3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8" name="Google Shape;38;g166cf398b2f_0_3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g166cf398b2f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66cf398b2f_0_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66cf398b2f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166cf398b2f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166cf398b2f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-88900" y="6614800"/>
            <a:ext cx="12369799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es-PE" sz="12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Nacional de Cañete – UNDC 2026. Todos los derechos reservados</a:t>
            </a:r>
            <a:endParaRPr sz="12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" name="Google Shape;4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PE"/>
              <a:t>1</a:t>
            </a:fld>
            <a:endParaRPr/>
          </a:p>
        </p:txBody>
      </p:sp>
      <p:sp>
        <p:nvSpPr>
          <p:cNvPr id="49" name="Google Shape;49;p1"/>
          <p:cNvSpPr txBox="1">
            <a:spLocks noGrp="1"/>
          </p:cNvSpPr>
          <p:nvPr>
            <p:ph type="subTitle" idx="1"/>
          </p:nvPr>
        </p:nvSpPr>
        <p:spPr>
          <a:xfrm>
            <a:off x="655370" y="2488891"/>
            <a:ext cx="10881010" cy="359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AUTOR(ES):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NOMBRES Y APELLIDOS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NOMBRES Y APELLIDOS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NOMBRES Y APELLIDOS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DOCENTE: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NOMBRES Y APELLIDOS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CURSO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(Nombre del curso – ciclo – turno -sección)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es-PE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(Ej. PRACTICAS PRE PROFESIONALES </a:t>
            </a:r>
            <a:r>
              <a:rPr lang="es-PE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–X </a:t>
            </a:r>
            <a:r>
              <a:rPr lang="es-PE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N – A1)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endParaRPr dirty="0"/>
          </a:p>
        </p:txBody>
      </p:sp>
      <p:sp>
        <p:nvSpPr>
          <p:cNvPr id="55" name="Google Shape;55;p1"/>
          <p:cNvSpPr txBox="1"/>
          <p:nvPr/>
        </p:nvSpPr>
        <p:spPr>
          <a:xfrm>
            <a:off x="860602" y="1790801"/>
            <a:ext cx="10322017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4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10525"/>
              <a:buFont typeface="Arial"/>
              <a:buNone/>
            </a:pPr>
            <a:r>
              <a:rPr lang="es-PE" sz="69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s-PE" sz="69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Título del proyecto”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50;p1">
            <a:extLst>
              <a:ext uri="{FF2B5EF4-FFF2-40B4-BE49-F238E27FC236}">
                <a16:creationId xmlns:a16="http://schemas.microsoft.com/office/drawing/2014/main" id="{86D561C2-C099-8BE6-BFF1-EDF7E2349C2C}"/>
              </a:ext>
            </a:extLst>
          </p:cNvPr>
          <p:cNvGrpSpPr/>
          <p:nvPr/>
        </p:nvGrpSpPr>
        <p:grpSpPr>
          <a:xfrm>
            <a:off x="8822327" y="171303"/>
            <a:ext cx="3586983" cy="1393378"/>
            <a:chOff x="8604892" y="0"/>
            <a:chExt cx="3586983" cy="1393378"/>
          </a:xfrm>
        </p:grpSpPr>
        <p:sp>
          <p:nvSpPr>
            <p:cNvPr id="11" name="Google Shape;51;p1">
              <a:extLst>
                <a:ext uri="{FF2B5EF4-FFF2-40B4-BE49-F238E27FC236}">
                  <a16:creationId xmlns:a16="http://schemas.microsoft.com/office/drawing/2014/main" id="{164BBA57-70F6-CAF7-4C8A-A94430ACC985}"/>
                </a:ext>
              </a:extLst>
            </p:cNvPr>
            <p:cNvSpPr/>
            <p:nvPr/>
          </p:nvSpPr>
          <p:spPr>
            <a:xfrm>
              <a:off x="9576775" y="115678"/>
              <a:ext cx="2615100" cy="12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UNIVERSIDAD NACIONAL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DE CAÑETE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Código: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F-M01.01-VRA-008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Revisión: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02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Fecha de aprobación: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22/03/2022</a:t>
              </a:r>
              <a:endParaRPr sz="11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12" name="Google Shape;52;p1">
              <a:extLst>
                <a:ext uri="{FF2B5EF4-FFF2-40B4-BE49-F238E27FC236}">
                  <a16:creationId xmlns:a16="http://schemas.microsoft.com/office/drawing/2014/main" id="{3512CB82-1EF4-BE76-45F8-244594F84FC5}"/>
                </a:ext>
              </a:extLst>
            </p:cNvPr>
            <p:cNvGrpSpPr/>
            <p:nvPr/>
          </p:nvGrpSpPr>
          <p:grpSpPr>
            <a:xfrm>
              <a:off x="8604892" y="0"/>
              <a:ext cx="997308" cy="1069887"/>
              <a:chOff x="8604892" y="0"/>
              <a:chExt cx="997308" cy="1069887"/>
            </a:xfrm>
          </p:grpSpPr>
          <p:pic>
            <p:nvPicPr>
              <p:cNvPr id="13" name="Google Shape;53;p1">
                <a:extLst>
                  <a:ext uri="{FF2B5EF4-FFF2-40B4-BE49-F238E27FC236}">
                    <a16:creationId xmlns:a16="http://schemas.microsoft.com/office/drawing/2014/main" id="{5D413FA6-E2EC-FAAD-2A6B-885C58F8E8CF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604892" y="115678"/>
                <a:ext cx="887608" cy="95420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" name="Google Shape;54;p1">
                <a:extLst>
                  <a:ext uri="{FF2B5EF4-FFF2-40B4-BE49-F238E27FC236}">
                    <a16:creationId xmlns:a16="http://schemas.microsoft.com/office/drawing/2014/main" id="{B09B6D92-BFCF-15A7-81BD-9924440C3E26}"/>
                  </a:ext>
                </a:extLst>
              </p:cNvPr>
              <p:cNvCxnSpPr/>
              <p:nvPr/>
            </p:nvCxnSpPr>
            <p:spPr>
              <a:xfrm>
                <a:off x="9602200" y="0"/>
                <a:ext cx="0" cy="1033409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A1A0A40-8742-AEFB-C8AC-99066DE27B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89" b="17274"/>
          <a:stretch>
            <a:fillRect/>
          </a:stretch>
        </p:blipFill>
        <p:spPr>
          <a:xfrm>
            <a:off x="194978" y="56131"/>
            <a:ext cx="5032340" cy="127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PE"/>
              <a:t>2</a:t>
            </a:fld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307580" y="1359710"/>
            <a:ext cx="11720730" cy="5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34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PE" sz="3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Capítulo I: Introducción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;p1">
            <a:extLst>
              <a:ext uri="{FF2B5EF4-FFF2-40B4-BE49-F238E27FC236}">
                <a16:creationId xmlns:a16="http://schemas.microsoft.com/office/drawing/2014/main" id="{D9E6CE35-C5EF-2431-A411-E842D84E1E46}"/>
              </a:ext>
            </a:extLst>
          </p:cNvPr>
          <p:cNvSpPr txBox="1"/>
          <p:nvPr/>
        </p:nvSpPr>
        <p:spPr>
          <a:xfrm>
            <a:off x="-88900" y="6614800"/>
            <a:ext cx="12369799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es-PE" sz="12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Nacional de Cañete – UNDC 2026. Todos los derechos reservados</a:t>
            </a:r>
            <a:endParaRPr sz="12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9" name="Google Shape;50;p1">
            <a:extLst>
              <a:ext uri="{FF2B5EF4-FFF2-40B4-BE49-F238E27FC236}">
                <a16:creationId xmlns:a16="http://schemas.microsoft.com/office/drawing/2014/main" id="{4F1F9705-0FD4-3324-57EC-1FCE00518040}"/>
              </a:ext>
            </a:extLst>
          </p:cNvPr>
          <p:cNvGrpSpPr/>
          <p:nvPr/>
        </p:nvGrpSpPr>
        <p:grpSpPr>
          <a:xfrm>
            <a:off x="8822327" y="171303"/>
            <a:ext cx="3586983" cy="1393378"/>
            <a:chOff x="8604892" y="0"/>
            <a:chExt cx="3586983" cy="1393378"/>
          </a:xfrm>
        </p:grpSpPr>
        <p:sp>
          <p:nvSpPr>
            <p:cNvPr id="10" name="Google Shape;51;p1">
              <a:extLst>
                <a:ext uri="{FF2B5EF4-FFF2-40B4-BE49-F238E27FC236}">
                  <a16:creationId xmlns:a16="http://schemas.microsoft.com/office/drawing/2014/main" id="{94210BDA-1F7E-6F34-C390-1F2BDC33AA4E}"/>
                </a:ext>
              </a:extLst>
            </p:cNvPr>
            <p:cNvSpPr/>
            <p:nvPr/>
          </p:nvSpPr>
          <p:spPr>
            <a:xfrm>
              <a:off x="9576775" y="115678"/>
              <a:ext cx="2615100" cy="12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UNIVERSIDAD NACIONAL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DE CAÑETE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Código: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F-M01.01-VRA-008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Revisión: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02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Fecha de aprobación: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22/03/2022</a:t>
              </a:r>
              <a:endParaRPr sz="11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11" name="Google Shape;52;p1">
              <a:extLst>
                <a:ext uri="{FF2B5EF4-FFF2-40B4-BE49-F238E27FC236}">
                  <a16:creationId xmlns:a16="http://schemas.microsoft.com/office/drawing/2014/main" id="{C75DBB0D-8230-2BD0-9D8F-1292127ED863}"/>
                </a:ext>
              </a:extLst>
            </p:cNvPr>
            <p:cNvGrpSpPr/>
            <p:nvPr/>
          </p:nvGrpSpPr>
          <p:grpSpPr>
            <a:xfrm>
              <a:off x="8604892" y="0"/>
              <a:ext cx="997308" cy="1069887"/>
              <a:chOff x="8604892" y="0"/>
              <a:chExt cx="997308" cy="1069887"/>
            </a:xfrm>
          </p:grpSpPr>
          <p:pic>
            <p:nvPicPr>
              <p:cNvPr id="12" name="Google Shape;53;p1">
                <a:extLst>
                  <a:ext uri="{FF2B5EF4-FFF2-40B4-BE49-F238E27FC236}">
                    <a16:creationId xmlns:a16="http://schemas.microsoft.com/office/drawing/2014/main" id="{F58D25E0-7560-3B62-3A4A-62CCA7ECF608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604892" y="115678"/>
                <a:ext cx="887608" cy="95420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" name="Google Shape;54;p1">
                <a:extLst>
                  <a:ext uri="{FF2B5EF4-FFF2-40B4-BE49-F238E27FC236}">
                    <a16:creationId xmlns:a16="http://schemas.microsoft.com/office/drawing/2014/main" id="{B294C718-4B88-7F8D-B4AE-5681492374B4}"/>
                  </a:ext>
                </a:extLst>
              </p:cNvPr>
              <p:cNvCxnSpPr/>
              <p:nvPr/>
            </p:nvCxnSpPr>
            <p:spPr>
              <a:xfrm>
                <a:off x="9602200" y="0"/>
                <a:ext cx="0" cy="1033409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17A67A8-2912-9112-4134-94247ADE49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89" b="17274"/>
          <a:stretch>
            <a:fillRect/>
          </a:stretch>
        </p:blipFill>
        <p:spPr>
          <a:xfrm>
            <a:off x="194978" y="56131"/>
            <a:ext cx="5032340" cy="127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PE"/>
              <a:t>3</a:t>
            </a:fld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386598" y="1550393"/>
            <a:ext cx="11720730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34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PE" sz="3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Capítulo II: Metodología 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;p1">
            <a:extLst>
              <a:ext uri="{FF2B5EF4-FFF2-40B4-BE49-F238E27FC236}">
                <a16:creationId xmlns:a16="http://schemas.microsoft.com/office/drawing/2014/main" id="{87372617-B24E-8A0D-753A-A4412302A214}"/>
              </a:ext>
            </a:extLst>
          </p:cNvPr>
          <p:cNvSpPr txBox="1"/>
          <p:nvPr/>
        </p:nvSpPr>
        <p:spPr>
          <a:xfrm>
            <a:off x="-88900" y="6614800"/>
            <a:ext cx="12369799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es-PE" sz="12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Nacional de Cañete – UNDC 2026. Todos los derechos reservados</a:t>
            </a:r>
            <a:endParaRPr sz="12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oogle Shape;50;p1">
            <a:extLst>
              <a:ext uri="{FF2B5EF4-FFF2-40B4-BE49-F238E27FC236}">
                <a16:creationId xmlns:a16="http://schemas.microsoft.com/office/drawing/2014/main" id="{76216608-3556-F567-5A40-419B22098508}"/>
              </a:ext>
            </a:extLst>
          </p:cNvPr>
          <p:cNvGrpSpPr/>
          <p:nvPr/>
        </p:nvGrpSpPr>
        <p:grpSpPr>
          <a:xfrm>
            <a:off x="8822327" y="171303"/>
            <a:ext cx="3586983" cy="1393378"/>
            <a:chOff x="8604892" y="0"/>
            <a:chExt cx="3586983" cy="1393378"/>
          </a:xfrm>
        </p:grpSpPr>
        <p:sp>
          <p:nvSpPr>
            <p:cNvPr id="4" name="Google Shape;51;p1">
              <a:extLst>
                <a:ext uri="{FF2B5EF4-FFF2-40B4-BE49-F238E27FC236}">
                  <a16:creationId xmlns:a16="http://schemas.microsoft.com/office/drawing/2014/main" id="{3248BAED-5728-63E1-78F8-942BF3AB3A19}"/>
                </a:ext>
              </a:extLst>
            </p:cNvPr>
            <p:cNvSpPr/>
            <p:nvPr/>
          </p:nvSpPr>
          <p:spPr>
            <a:xfrm>
              <a:off x="9576775" y="115678"/>
              <a:ext cx="2615100" cy="12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UNIVERSIDAD NACIONAL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DE CAÑETE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Código: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F-M01.01-VRA-008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Revisión: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02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Fecha de aprobación: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22/03/2022</a:t>
              </a:r>
              <a:endParaRPr sz="11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" name="Google Shape;52;p1">
              <a:extLst>
                <a:ext uri="{FF2B5EF4-FFF2-40B4-BE49-F238E27FC236}">
                  <a16:creationId xmlns:a16="http://schemas.microsoft.com/office/drawing/2014/main" id="{B2FC9219-EF20-E510-899E-CB8D71B0B315}"/>
                </a:ext>
              </a:extLst>
            </p:cNvPr>
            <p:cNvGrpSpPr/>
            <p:nvPr/>
          </p:nvGrpSpPr>
          <p:grpSpPr>
            <a:xfrm>
              <a:off x="8604892" y="0"/>
              <a:ext cx="997308" cy="1069887"/>
              <a:chOff x="8604892" y="0"/>
              <a:chExt cx="997308" cy="1069887"/>
            </a:xfrm>
          </p:grpSpPr>
          <p:pic>
            <p:nvPicPr>
              <p:cNvPr id="6" name="Google Shape;53;p1">
                <a:extLst>
                  <a:ext uri="{FF2B5EF4-FFF2-40B4-BE49-F238E27FC236}">
                    <a16:creationId xmlns:a16="http://schemas.microsoft.com/office/drawing/2014/main" id="{066CF431-4AE2-E8F1-6BD7-600EA642E689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604892" y="115678"/>
                <a:ext cx="887608" cy="95420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" name="Google Shape;54;p1">
                <a:extLst>
                  <a:ext uri="{FF2B5EF4-FFF2-40B4-BE49-F238E27FC236}">
                    <a16:creationId xmlns:a16="http://schemas.microsoft.com/office/drawing/2014/main" id="{96374490-BE4A-39A4-D999-0051BEDB1E24}"/>
                  </a:ext>
                </a:extLst>
              </p:cNvPr>
              <p:cNvCxnSpPr/>
              <p:nvPr/>
            </p:nvCxnSpPr>
            <p:spPr>
              <a:xfrm>
                <a:off x="9602200" y="0"/>
                <a:ext cx="0" cy="1033409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00C2DD70-EB13-8717-AC8F-BEA669261E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89" b="17274"/>
          <a:stretch>
            <a:fillRect/>
          </a:stretch>
        </p:blipFill>
        <p:spPr>
          <a:xfrm>
            <a:off x="194978" y="56131"/>
            <a:ext cx="5032340" cy="127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PE"/>
              <a:t>4</a:t>
            </a:fld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307580" y="1375735"/>
            <a:ext cx="11720730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34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PE" sz="3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Capítulo III: Resultado  </a:t>
            </a:r>
            <a:endParaRPr sz="3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;p1">
            <a:extLst>
              <a:ext uri="{FF2B5EF4-FFF2-40B4-BE49-F238E27FC236}">
                <a16:creationId xmlns:a16="http://schemas.microsoft.com/office/drawing/2014/main" id="{018E26C1-32DD-E55F-B0C8-4CDAA0E21087}"/>
              </a:ext>
            </a:extLst>
          </p:cNvPr>
          <p:cNvSpPr txBox="1"/>
          <p:nvPr/>
        </p:nvSpPr>
        <p:spPr>
          <a:xfrm>
            <a:off x="-88900" y="6614800"/>
            <a:ext cx="12369799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es-PE" sz="12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Nacional de Cañete – UNDC 2026. Todos los derechos reservados</a:t>
            </a:r>
            <a:endParaRPr sz="12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oogle Shape;50;p1">
            <a:extLst>
              <a:ext uri="{FF2B5EF4-FFF2-40B4-BE49-F238E27FC236}">
                <a16:creationId xmlns:a16="http://schemas.microsoft.com/office/drawing/2014/main" id="{322AC22B-A7D7-35D8-D52D-F0BBA365D382}"/>
              </a:ext>
            </a:extLst>
          </p:cNvPr>
          <p:cNvGrpSpPr/>
          <p:nvPr/>
        </p:nvGrpSpPr>
        <p:grpSpPr>
          <a:xfrm>
            <a:off x="8822327" y="171303"/>
            <a:ext cx="3586983" cy="1393378"/>
            <a:chOff x="8604892" y="0"/>
            <a:chExt cx="3586983" cy="1393378"/>
          </a:xfrm>
        </p:grpSpPr>
        <p:sp>
          <p:nvSpPr>
            <p:cNvPr id="4" name="Google Shape;51;p1">
              <a:extLst>
                <a:ext uri="{FF2B5EF4-FFF2-40B4-BE49-F238E27FC236}">
                  <a16:creationId xmlns:a16="http://schemas.microsoft.com/office/drawing/2014/main" id="{56AAD8BC-F215-5F83-9772-0FFD7F51ECA9}"/>
                </a:ext>
              </a:extLst>
            </p:cNvPr>
            <p:cNvSpPr/>
            <p:nvPr/>
          </p:nvSpPr>
          <p:spPr>
            <a:xfrm>
              <a:off x="9576775" y="115678"/>
              <a:ext cx="2615100" cy="12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UNIVERSIDAD NACIONAL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DE CAÑETE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Código: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F-M01.01-VRA-008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Revisión: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02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Fecha de aprobación: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22/03/2022</a:t>
              </a:r>
              <a:endParaRPr sz="11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" name="Google Shape;52;p1">
              <a:extLst>
                <a:ext uri="{FF2B5EF4-FFF2-40B4-BE49-F238E27FC236}">
                  <a16:creationId xmlns:a16="http://schemas.microsoft.com/office/drawing/2014/main" id="{7B3C56D5-F53A-AE33-E77B-B60A7AF41686}"/>
                </a:ext>
              </a:extLst>
            </p:cNvPr>
            <p:cNvGrpSpPr/>
            <p:nvPr/>
          </p:nvGrpSpPr>
          <p:grpSpPr>
            <a:xfrm>
              <a:off x="8604892" y="0"/>
              <a:ext cx="997308" cy="1069887"/>
              <a:chOff x="8604892" y="0"/>
              <a:chExt cx="997308" cy="1069887"/>
            </a:xfrm>
          </p:grpSpPr>
          <p:pic>
            <p:nvPicPr>
              <p:cNvPr id="6" name="Google Shape;53;p1">
                <a:extLst>
                  <a:ext uri="{FF2B5EF4-FFF2-40B4-BE49-F238E27FC236}">
                    <a16:creationId xmlns:a16="http://schemas.microsoft.com/office/drawing/2014/main" id="{E35EE9DD-1AB4-A09F-1F6B-B24B9CD20ADA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604892" y="115678"/>
                <a:ext cx="887608" cy="95420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" name="Google Shape;54;p1">
                <a:extLst>
                  <a:ext uri="{FF2B5EF4-FFF2-40B4-BE49-F238E27FC236}">
                    <a16:creationId xmlns:a16="http://schemas.microsoft.com/office/drawing/2014/main" id="{9B593A9B-EF22-AD34-02E6-EE2071702E1C}"/>
                  </a:ext>
                </a:extLst>
              </p:cNvPr>
              <p:cNvCxnSpPr/>
              <p:nvPr/>
            </p:nvCxnSpPr>
            <p:spPr>
              <a:xfrm>
                <a:off x="9602200" y="0"/>
                <a:ext cx="0" cy="1033409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A278076-84A0-8E5D-FC63-59C07356B3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89" b="17274"/>
          <a:stretch>
            <a:fillRect/>
          </a:stretch>
        </p:blipFill>
        <p:spPr>
          <a:xfrm>
            <a:off x="194978" y="56131"/>
            <a:ext cx="5032340" cy="127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PE"/>
              <a:t>5</a:t>
            </a:fld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307580" y="1344750"/>
            <a:ext cx="11720730" cy="5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34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PE" sz="3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Referencias</a:t>
            </a:r>
            <a:endParaRPr sz="3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;p1">
            <a:extLst>
              <a:ext uri="{FF2B5EF4-FFF2-40B4-BE49-F238E27FC236}">
                <a16:creationId xmlns:a16="http://schemas.microsoft.com/office/drawing/2014/main" id="{8C8CA3CC-E262-3326-B968-84E05422D476}"/>
              </a:ext>
            </a:extLst>
          </p:cNvPr>
          <p:cNvSpPr txBox="1"/>
          <p:nvPr/>
        </p:nvSpPr>
        <p:spPr>
          <a:xfrm>
            <a:off x="-88900" y="6614800"/>
            <a:ext cx="12369799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es-PE" sz="12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Nacional de Cañete – UNDC 2026. Todos los derechos reservados</a:t>
            </a:r>
            <a:endParaRPr sz="12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oogle Shape;50;p1">
            <a:extLst>
              <a:ext uri="{FF2B5EF4-FFF2-40B4-BE49-F238E27FC236}">
                <a16:creationId xmlns:a16="http://schemas.microsoft.com/office/drawing/2014/main" id="{66EF36C9-21A5-BF5D-108B-7AF913587000}"/>
              </a:ext>
            </a:extLst>
          </p:cNvPr>
          <p:cNvGrpSpPr/>
          <p:nvPr/>
        </p:nvGrpSpPr>
        <p:grpSpPr>
          <a:xfrm>
            <a:off x="8822327" y="171303"/>
            <a:ext cx="3586983" cy="1393378"/>
            <a:chOff x="8604892" y="0"/>
            <a:chExt cx="3586983" cy="1393378"/>
          </a:xfrm>
        </p:grpSpPr>
        <p:sp>
          <p:nvSpPr>
            <p:cNvPr id="4" name="Google Shape;51;p1">
              <a:extLst>
                <a:ext uri="{FF2B5EF4-FFF2-40B4-BE49-F238E27FC236}">
                  <a16:creationId xmlns:a16="http://schemas.microsoft.com/office/drawing/2014/main" id="{F7A6C434-478F-00BA-7DC9-FA2A5798A573}"/>
                </a:ext>
              </a:extLst>
            </p:cNvPr>
            <p:cNvSpPr/>
            <p:nvPr/>
          </p:nvSpPr>
          <p:spPr>
            <a:xfrm>
              <a:off x="9576775" y="115678"/>
              <a:ext cx="2615100" cy="12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UNIVERSIDAD NACIONAL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DE CAÑETE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Código: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F-M01.01-VRA-008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Revisión: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02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Fecha de aprobación: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22/03/2022</a:t>
              </a:r>
              <a:endParaRPr sz="11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" name="Google Shape;52;p1">
              <a:extLst>
                <a:ext uri="{FF2B5EF4-FFF2-40B4-BE49-F238E27FC236}">
                  <a16:creationId xmlns:a16="http://schemas.microsoft.com/office/drawing/2014/main" id="{E523519B-B61D-16E2-86DA-9952543B6434}"/>
                </a:ext>
              </a:extLst>
            </p:cNvPr>
            <p:cNvGrpSpPr/>
            <p:nvPr/>
          </p:nvGrpSpPr>
          <p:grpSpPr>
            <a:xfrm>
              <a:off x="8604892" y="0"/>
              <a:ext cx="997308" cy="1069887"/>
              <a:chOff x="8604892" y="0"/>
              <a:chExt cx="997308" cy="1069887"/>
            </a:xfrm>
          </p:grpSpPr>
          <p:pic>
            <p:nvPicPr>
              <p:cNvPr id="6" name="Google Shape;53;p1">
                <a:extLst>
                  <a:ext uri="{FF2B5EF4-FFF2-40B4-BE49-F238E27FC236}">
                    <a16:creationId xmlns:a16="http://schemas.microsoft.com/office/drawing/2014/main" id="{2A716F73-DC9F-2CAE-0F93-8798D05BAA69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604892" y="115678"/>
                <a:ext cx="887608" cy="95420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" name="Google Shape;54;p1">
                <a:extLst>
                  <a:ext uri="{FF2B5EF4-FFF2-40B4-BE49-F238E27FC236}">
                    <a16:creationId xmlns:a16="http://schemas.microsoft.com/office/drawing/2014/main" id="{7B2F80AA-D645-E780-E118-3A04D59EF3EE}"/>
                  </a:ext>
                </a:extLst>
              </p:cNvPr>
              <p:cNvCxnSpPr/>
              <p:nvPr/>
            </p:nvCxnSpPr>
            <p:spPr>
              <a:xfrm>
                <a:off x="9602200" y="0"/>
                <a:ext cx="0" cy="1033409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F43F5A04-EBC0-620A-BB42-18A69DE7EC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89" b="17274"/>
          <a:stretch>
            <a:fillRect/>
          </a:stretch>
        </p:blipFill>
        <p:spPr>
          <a:xfrm>
            <a:off x="194978" y="56131"/>
            <a:ext cx="5032340" cy="127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PE"/>
              <a:t>6</a:t>
            </a:fld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307580" y="1344750"/>
            <a:ext cx="11720730" cy="58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34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PE" sz="3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Anexos (según corresponda)</a:t>
            </a:r>
            <a:endParaRPr sz="3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;p1">
            <a:extLst>
              <a:ext uri="{FF2B5EF4-FFF2-40B4-BE49-F238E27FC236}">
                <a16:creationId xmlns:a16="http://schemas.microsoft.com/office/drawing/2014/main" id="{4C6A9066-A355-55F5-198E-A7DF36A47275}"/>
              </a:ext>
            </a:extLst>
          </p:cNvPr>
          <p:cNvSpPr txBox="1"/>
          <p:nvPr/>
        </p:nvSpPr>
        <p:spPr>
          <a:xfrm>
            <a:off x="-88900" y="6614800"/>
            <a:ext cx="12369799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es-PE" sz="12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Nacional de Cañete – UNDC 2026. Todos los derechos reservados</a:t>
            </a:r>
            <a:endParaRPr sz="12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oogle Shape;50;p1">
            <a:extLst>
              <a:ext uri="{FF2B5EF4-FFF2-40B4-BE49-F238E27FC236}">
                <a16:creationId xmlns:a16="http://schemas.microsoft.com/office/drawing/2014/main" id="{7FE5C20C-FD2D-DB28-EED7-C9AC61845BC9}"/>
              </a:ext>
            </a:extLst>
          </p:cNvPr>
          <p:cNvGrpSpPr/>
          <p:nvPr/>
        </p:nvGrpSpPr>
        <p:grpSpPr>
          <a:xfrm>
            <a:off x="8822327" y="171303"/>
            <a:ext cx="3586983" cy="1393378"/>
            <a:chOff x="8604892" y="0"/>
            <a:chExt cx="3586983" cy="1393378"/>
          </a:xfrm>
        </p:grpSpPr>
        <p:sp>
          <p:nvSpPr>
            <p:cNvPr id="4" name="Google Shape;51;p1">
              <a:extLst>
                <a:ext uri="{FF2B5EF4-FFF2-40B4-BE49-F238E27FC236}">
                  <a16:creationId xmlns:a16="http://schemas.microsoft.com/office/drawing/2014/main" id="{9FDA2AD4-B1FE-A4FA-5211-78DC10E2C6A6}"/>
                </a:ext>
              </a:extLst>
            </p:cNvPr>
            <p:cNvSpPr/>
            <p:nvPr/>
          </p:nvSpPr>
          <p:spPr>
            <a:xfrm>
              <a:off x="9576775" y="115678"/>
              <a:ext cx="2615100" cy="12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UNIVERSIDAD NACIONAL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PE" sz="110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DE CAÑETE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Código: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F-M01.01-VRA-008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Revisión: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02</a:t>
              </a:r>
              <a:endParaRPr sz="105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PE" sz="1050" b="1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Fecha de aprobación: </a:t>
              </a:r>
              <a:r>
                <a:rPr lang="es-PE" sz="1050" b="0" i="0" u="none" strike="noStrike" cap="none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22/03/2022</a:t>
              </a:r>
              <a:endParaRPr sz="11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" name="Google Shape;52;p1">
              <a:extLst>
                <a:ext uri="{FF2B5EF4-FFF2-40B4-BE49-F238E27FC236}">
                  <a16:creationId xmlns:a16="http://schemas.microsoft.com/office/drawing/2014/main" id="{D693727C-BA45-7059-C864-175A8A3C9167}"/>
                </a:ext>
              </a:extLst>
            </p:cNvPr>
            <p:cNvGrpSpPr/>
            <p:nvPr/>
          </p:nvGrpSpPr>
          <p:grpSpPr>
            <a:xfrm>
              <a:off x="8604892" y="0"/>
              <a:ext cx="997308" cy="1069887"/>
              <a:chOff x="8604892" y="0"/>
              <a:chExt cx="997308" cy="1069887"/>
            </a:xfrm>
          </p:grpSpPr>
          <p:pic>
            <p:nvPicPr>
              <p:cNvPr id="6" name="Google Shape;53;p1">
                <a:extLst>
                  <a:ext uri="{FF2B5EF4-FFF2-40B4-BE49-F238E27FC236}">
                    <a16:creationId xmlns:a16="http://schemas.microsoft.com/office/drawing/2014/main" id="{514AF85C-179A-A41B-FBCE-FDF067A66A51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604892" y="115678"/>
                <a:ext cx="887608" cy="95420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" name="Google Shape;54;p1">
                <a:extLst>
                  <a:ext uri="{FF2B5EF4-FFF2-40B4-BE49-F238E27FC236}">
                    <a16:creationId xmlns:a16="http://schemas.microsoft.com/office/drawing/2014/main" id="{BE6F3F0D-0DBD-033C-4C01-E2E5F53BB87C}"/>
                  </a:ext>
                </a:extLst>
              </p:cNvPr>
              <p:cNvCxnSpPr/>
              <p:nvPr/>
            </p:nvCxnSpPr>
            <p:spPr>
              <a:xfrm>
                <a:off x="9602200" y="0"/>
                <a:ext cx="0" cy="1033409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87272D2-0EFB-5E73-1C42-5336C8DB38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89" b="17274"/>
          <a:stretch>
            <a:fillRect/>
          </a:stretch>
        </p:blipFill>
        <p:spPr>
          <a:xfrm>
            <a:off x="194978" y="56131"/>
            <a:ext cx="5032340" cy="127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241</Words>
  <Application>Microsoft Office PowerPoint</Application>
  <PresentationFormat>Panorámica</PresentationFormat>
  <Paragraphs>59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Trebuchet MS</vt:lpstr>
      <vt:lpstr>Arial</vt:lpstr>
      <vt:lpstr>Calibri</vt:lpstr>
      <vt:lpstr>Arial Black</vt:lpstr>
      <vt:lpstr>Times New Roman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josé luis talledo reyes</dc:creator>
  <cp:lastModifiedBy>DANIEL</cp:lastModifiedBy>
  <cp:revision>5</cp:revision>
  <dcterms:created xsi:type="dcterms:W3CDTF">2014-12-24T13:30:46Z</dcterms:created>
  <dcterms:modified xsi:type="dcterms:W3CDTF">2026-07-07T16:38:47Z</dcterms:modified>
</cp:coreProperties>
</file>